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NEXA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Response
Time</c:v>
                  </c:pt>
                  <c:pt idx="1">
                    <c:v>Violations
Caught</c:v>
                  </c:pt>
                  <c:pt idx="2">
                    <c:v>Admin
Efficiency</c:v>
                  </c:pt>
                  <c:pt idx="3">
                    <c:v>Student
Fairness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45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NEXA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Response
Time</c:v>
                  </c:pt>
                  <c:pt idx="1">
                    <c:v>Violations
Caught</c:v>
                  </c:pt>
                  <c:pt idx="2">
                    <c:v>Admin
Efficiency</c:v>
                  </c:pt>
                  <c:pt idx="3">
                    <c:v>Student
Fairness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</c:v>
                </c:pt>
                <c:pt idx="1">
                  <c:v>92</c:v>
                </c:pt>
                <c:pt idx="2">
                  <c:v>88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6B21A8">
              <a:alpha val="20000"/>
            </a:srgbClr>
          </a:solidFill>
          <a:ln w="12700">
            <a:solidFill>
              <a:srgbClr val="6B21A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1480"/>
            <a:ext cx="1828800" cy="45720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</a:rPr>
              <a:t>◈ NEXA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</a:rPr>
              <a:t>Smart Exam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Monitoring Dashboard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457200" y="17556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-100" kern="0" dirty="0">
                <a:solidFill>
                  <a:srgbClr val="22D3EE"/>
                </a:solidFill>
              </a:rPr>
              <a:t>Monitoring Dashboard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457200" y="177393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55F7">
                    <a:alpha val="50000"/>
                  </a:srgbClr>
                </a:solidFill>
              </a:rPr>
              <a:t>Monitoring Dashboard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AI-Based Real-Time Online Examination Monitoring Platform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3383280"/>
            <a:ext cx="182880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</a:rPr>
              <a:t>FOR ADMINS • 2024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Presented by  Swetha 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Full-Stack Developer • NEXA Exam System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" y="182880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182880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182880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0" y="182880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4956048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" y="4590288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0" y="4956048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4590288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3931920" cy="44805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384048"/>
            <a:ext cx="1371600" cy="201168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6B6D4"/>
                </a:solidFill>
              </a:rPr>
              <a:t>OVERVIEW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NEXA is a centralized AI-powered platform that empowers exam administrators with real-time visibility, automated proctoring, and intelligent alert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43000" cy="10972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100%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Live Monitor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10512" y="3017520"/>
            <a:ext cx="1143000" cy="10972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10512" y="31272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10512" y="3566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Core Modules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72384" y="3017520"/>
            <a:ext cx="1143000" cy="10972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72384" y="31272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8+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72384" y="3566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Key Features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320040"/>
            <a:ext cx="2103120" cy="20116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6344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Universities &amp; Colleges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325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Monitor thousands of students during high-stakes exams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49440" y="320040"/>
            <a:ext cx="2103120" cy="20116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Certification Bodies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1325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Ensure integrity of professional certification exams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2606040"/>
            <a:ext cx="2103120" cy="20116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66344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Competitive Exams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Real-time anti-cheating for entrance tests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9440" y="2606040"/>
            <a:ext cx="2103120" cy="20116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4088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Corporate Training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Secure skill assessments and compliance tests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Project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6459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F4444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4444"/>
                </a:solidFill>
              </a:rPr>
              <a:t>Why traditional online exams FAIL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11480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54864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73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⚠️  No Central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Admins can't see all students simultaneously — exam integrity is compromised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08760"/>
            <a:ext cx="54864" cy="1508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73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🔓  Security Loopholes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756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Tab-switching, copy-pasting, and multiple windows go undetected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1480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54864" cy="1508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64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👁️  Zero Visibility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673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No real-time alerting when students engage in suspicious behaviour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11480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00400"/>
            <a:ext cx="54864" cy="15087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64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📵  Connectivity Blind Spots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673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Disconnections go unnoticed, creating unfair exam conditions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"/>
            <a:ext cx="4114800" cy="12344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82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</a:rPr>
              <a:t>76%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of institutions report difficulty monitoring large-scale online exams effectively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Problem Statement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5486400" cy="5486400"/>
          </a:xfrm>
          <a:prstGeom prst="ellipse">
            <a:avLst/>
          </a:prstGeom>
          <a:solidFill>
            <a:srgbClr val="6B21A8">
              <a:alpha val="12000"/>
            </a:srgbClr>
          </a:solidFill>
          <a:ln w="12700">
            <a:solidFill>
              <a:srgbClr val="6B21A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</a:rPr>
              <a:t>CORE CONCEPT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389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NEXA Solution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931920" y="1920240"/>
            <a:ext cx="1280160" cy="128016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60320"/>
            <a:ext cx="0" cy="-1463040"/>
          </a:xfrm>
          <a:prstGeom prst="line">
            <a:avLst/>
          </a:prstGeom>
          <a:noFill/>
          <a:ln w="12700">
            <a:solidFill>
              <a:srgbClr val="06B6D4">
                <a:alpha val="50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60520" y="685800"/>
            <a:ext cx="822960" cy="822960"/>
          </a:xfrm>
          <a:prstGeom prst="ellipse">
            <a:avLst/>
          </a:prstGeom>
          <a:solidFill>
            <a:srgbClr val="111827">
              <a:alpha val="9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685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Real-Time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Monitor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391434" cy="-452104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551954" y="1696736"/>
            <a:ext cx="822960" cy="822960"/>
          </a:xfrm>
          <a:prstGeom prst="ellipse">
            <a:avLst/>
          </a:prstGeom>
          <a:solidFill>
            <a:srgbClr val="111827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0514" y="169673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Admin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Control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859953" cy="1183624"/>
          </a:xfrm>
          <a:prstGeom prst="line">
            <a:avLst/>
          </a:prstGeom>
          <a:noFill/>
          <a:ln w="12700">
            <a:solidFill>
              <a:srgbClr val="EF4444">
                <a:alpha val="5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20473" y="3332464"/>
            <a:ext cx="822960" cy="822960"/>
          </a:xfrm>
          <a:prstGeom prst="ellipse">
            <a:avLst/>
          </a:prstGeom>
          <a:solidFill>
            <a:srgbClr val="111827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9033" y="333246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Alert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System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0" y="2560320"/>
            <a:ext cx="-859953" cy="1183624"/>
          </a:xfrm>
          <a:prstGeom prst="line">
            <a:avLst/>
          </a:prstGeom>
          <a:noFill/>
          <a:ln w="12700">
            <a:solidFill>
              <a:srgbClr val="FBBF24">
                <a:alpha val="50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300567" y="3332464"/>
            <a:ext cx="822960" cy="822960"/>
          </a:xfrm>
          <a:prstGeom prst="ellipse">
            <a:avLst/>
          </a:prstGeom>
          <a:solidFill>
            <a:srgbClr val="111827">
              <a:alpha val="90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127" y="333246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Student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Tracking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0" y="2560320"/>
            <a:ext cx="-1391434" cy="-452104"/>
          </a:xfrm>
          <a:prstGeom prst="line">
            <a:avLst/>
          </a:prstGeom>
          <a:noFill/>
          <a:ln w="12700">
            <a:solidFill>
              <a:srgbClr val="A855F7">
                <a:alpha val="5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769086" y="1696736"/>
            <a:ext cx="822960" cy="822960"/>
          </a:xfrm>
          <a:prstGeom prst="ellipse">
            <a:avLst/>
          </a:prstGeom>
          <a:solidFill>
            <a:srgbClr val="111827">
              <a:alpha val="9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7646" y="169673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</a:rPr>
              <a:t>Analytics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</a:rPr>
              <a:t>Engine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1097280"/>
            <a:ext cx="3200400" cy="10515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1097280"/>
            <a:ext cx="45720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207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Centralized Control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1508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Single dashboard for all student activity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331720"/>
            <a:ext cx="3200400" cy="10515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331720"/>
            <a:ext cx="45720" cy="1051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4414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Smart Alerts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Instant notifications for violations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566160"/>
            <a:ext cx="3200400" cy="10515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566160"/>
            <a:ext cx="4572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Admins, proctors &amp; student portals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Core Concept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6B6D4"/>
                </a:solidFill>
              </a:rPr>
              <a:t>FEATURES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8 powerful capabilities built for modern exam administration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Live Monitoring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Real-time student status dashboard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41448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32888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Fullscreen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32888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Auto-detects when students exit fullscreen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137160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0016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Tab-Switch Alerts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Instant flag on browser tab changes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75704" y="137160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75704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67144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Auto Submit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6714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Timer-enforced automatic submission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172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Role-Based Login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Admin, proctor, student access levels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41448" y="306324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41448" y="3172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532888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Dark/Light Mode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32888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Adaptive UI for comfortable monitoring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08576" y="306324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08576" y="3172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00016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Connectivity Tracking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016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Monitor student network status live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75704" y="3063240"/>
            <a:ext cx="2011680" cy="15087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75704" y="3172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67144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Exam Analytics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67144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Post-exam reports and insights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Key Features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18288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B82F6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Modules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011680" cy="3703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2011680" cy="64008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1887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👤 Admin Module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5087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Control Center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74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Exam creation &amp; scheduling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32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Live student monitoring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236976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9125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Alert management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89534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496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Analytics &amp; reports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50592" y="1143000"/>
            <a:ext cx="2011680" cy="3703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50592" y="1143000"/>
            <a:ext cx="2011680" cy="64008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523744" y="11887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🎓 Student Module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23744" y="15087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Exam Interface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87752" y="192024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2770632" y="1874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Secure login portal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87752" y="2578608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2770632" y="2532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Timer-based exam UI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87752" y="3236976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8" name="Text 26"/>
          <p:cNvSpPr/>
          <p:nvPr/>
        </p:nvSpPr>
        <p:spPr>
          <a:xfrm>
            <a:off x="2770632" y="319125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Fullscreen enforcement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87752" y="3895344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2770632" y="38496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Auto-submit on timeout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26864" y="1143000"/>
            <a:ext cx="2011680" cy="3703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1143000"/>
            <a:ext cx="2011680" cy="64008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00016" y="11887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❓ Question Manager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0016" y="15087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Content Engine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64024" y="1920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946904" y="1874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Question bank creation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64024" y="25786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4946904" y="2532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MCQ &amp; descriptive types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64024" y="323697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946904" y="319125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Randomized delivery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64024" y="389534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4946904" y="38496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Difficulty scoring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03136" y="1143000"/>
            <a:ext cx="2011680" cy="3703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03136" y="1143000"/>
            <a:ext cx="2011680" cy="640080"/>
          </a:xfrm>
          <a:prstGeom prst="rect">
            <a:avLst/>
          </a:prstGeom>
          <a:solidFill>
            <a:srgbClr val="FBBF24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76288" y="11887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🔐 Auth Module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76288" y="15087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Security Layer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40296" y="19202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8" name="Text 46"/>
          <p:cNvSpPr/>
          <p:nvPr/>
        </p:nvSpPr>
        <p:spPr>
          <a:xfrm>
            <a:off x="7123176" y="1874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JWT authentication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940296" y="257860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0" name="Text 48"/>
          <p:cNvSpPr/>
          <p:nvPr/>
        </p:nvSpPr>
        <p:spPr>
          <a:xfrm>
            <a:off x="7123176" y="2532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OTP/email verification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40296" y="3236976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2" name="Text 50"/>
          <p:cNvSpPr/>
          <p:nvPr/>
        </p:nvSpPr>
        <p:spPr>
          <a:xfrm>
            <a:off x="7123176" y="319125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Session validation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40296" y="389534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4" name="Text 52"/>
          <p:cNvSpPr/>
          <p:nvPr/>
        </p:nvSpPr>
        <p:spPr>
          <a:xfrm>
            <a:off x="7123176" y="38496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Role permissions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40280" y="2651760"/>
            <a:ext cx="146304" cy="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16552" y="2651760"/>
            <a:ext cx="146304" cy="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92824" y="2651760"/>
            <a:ext cx="146304" cy="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System Modules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SECURITY &amp; PROCTORING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Multi-Layer Security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34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2057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NEXA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5-Layer Protection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3429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SECURITY SCORE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3611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██████████ 98%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097280"/>
            <a:ext cx="2743200" cy="10789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097280"/>
            <a:ext cx="45720" cy="10789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1887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🪟  Duplicate Tab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15361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Blocks multiple exam windows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2743200" cy="10789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45720" cy="10789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4231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✅  Session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277063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JWT token verification each request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2743200" cy="10789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45720" cy="10789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6576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📧  OTP Verification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400507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Email-based identity confirmation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743200" cy="1463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97280"/>
            <a:ext cx="45720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120700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🔔  Alert Generation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1572768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Instant admin notifications on violations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743200" cy="1463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788920"/>
            <a:ext cx="45720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289864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👁️  Behaviour Monitoring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3264408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Tracks focus loss, inactivity patterns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Security &amp; Proctoring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</a:rPr>
              <a:t>TECH STACK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011680" cy="3749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2011680" cy="530352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704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⚛️ 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2880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React.js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64208" y="1920240"/>
            <a:ext cx="402336" cy="201168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64208" y="1920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v18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7200" y="2212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Component-based UI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278892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620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64208" y="2880360"/>
            <a:ext cx="402336" cy="201168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64208" y="288036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v3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Utility-first styling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822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64208" y="3840480"/>
            <a:ext cx="402336" cy="201168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64208" y="384048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v5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Lightning-fast build tool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50592" y="1143000"/>
            <a:ext cx="2011680" cy="3749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1143000"/>
            <a:ext cx="2011680" cy="530352"/>
          </a:xfrm>
          <a:prstGeom prst="rect">
            <a:avLst/>
          </a:prstGeom>
          <a:solidFill>
            <a:srgbClr val="10B981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542032" y="11704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⚙️ Backend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182880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33472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1920240"/>
            <a:ext cx="402336" cy="201168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0" y="1920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v0.10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633472" y="2212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High-performance Python API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0" y="278892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33472" y="28620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Node.js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2880360"/>
            <a:ext cx="402336" cy="201168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0" y="288036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v20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633472" y="3172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Runtime environment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1143000"/>
            <a:ext cx="2011680" cy="3749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1143000"/>
            <a:ext cx="2011680" cy="530352"/>
          </a:xfrm>
          <a:prstGeom prst="rect">
            <a:avLst/>
          </a:prstGeom>
          <a:solidFill>
            <a:srgbClr val="FBBF24">
              <a:alpha val="2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718304" y="11704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🗄️ Database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36592" y="182880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9744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16752" y="1920240"/>
            <a:ext cx="402336" cy="201168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16752" y="1920240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BBF24"/>
                </a:solidFill>
              </a:rPr>
              <a:t>v15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809744" y="2212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Relational DB for exam data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03136" y="1143000"/>
            <a:ext cx="2011680" cy="3749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03136" y="1143000"/>
            <a:ext cx="2011680" cy="530352"/>
          </a:xfrm>
          <a:prstGeom prst="rect">
            <a:avLst/>
          </a:prstGeom>
          <a:solidFill>
            <a:srgbClr val="F97316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894576" y="11704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🔐 Auth &amp; Deploy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12864" y="182880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86016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JWT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86016" y="2212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Stateless authentication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12864" y="278892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986016" y="28620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Netlify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86016" y="3172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Frontend deployment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12864" y="3749040"/>
            <a:ext cx="1792224" cy="804672"/>
          </a:xfrm>
          <a:prstGeom prst="rect">
            <a:avLst/>
          </a:prstGeom>
          <a:solidFill>
            <a:srgbClr val="1A2235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986016" y="3822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Render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86016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Backend deployment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Technology Stack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914400"/>
            <a:ext cx="2743200" cy="27432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B82F6"/>
                </a:solidFill>
              </a:rPr>
              <a:t>SYSTEM ARCHITECTURE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Workflow &amp; Data Flow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645920" cy="16459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Student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Portal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2103120"/>
            <a:ext cx="384048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2029968"/>
            <a:ext cx="91440" cy="146304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280160"/>
            <a:ext cx="1645920" cy="16459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48840" y="18745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Exam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67328" y="2103120"/>
            <a:ext cx="384048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8224" y="2029968"/>
            <a:ext cx="91440" cy="146304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280160"/>
            <a:ext cx="1645920" cy="16459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77640" y="18745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Backend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96128" y="2103120"/>
            <a:ext cx="384048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029968"/>
            <a:ext cx="91440" cy="146304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1280160"/>
            <a:ext cx="1645920" cy="16459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806440" y="18745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Database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24928" y="2103120"/>
            <a:ext cx="384048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5824" y="2029968"/>
            <a:ext cx="91440" cy="146304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1280160"/>
            <a:ext cx="1645920" cy="16459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635240" y="18745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93392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Auth + Exam Data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22192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API Request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50992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Query/Update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79792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Alerts + Results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2743200" cy="12801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🔐  Authentication 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005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Login → JWT issued → Session started → Exam unlocked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3566160"/>
            <a:ext cx="2743200" cy="12801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3756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📡  Real-Time Monitoring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37560" y="4005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Events captured → WebSocket/polling → Dashboard updated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26480" y="3566160"/>
            <a:ext cx="2743200" cy="12801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6364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🔔  Alert Generation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4005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Violation detected → Alert created → Admin notified → Log stored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Architecture Diagram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8288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</a:rPr>
              <a:t>UI SHOWCASE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 Preview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029200" cy="37490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502920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2618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2618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" y="12618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2070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◈ NEXA Admin Dashboard — Live Monitor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527048"/>
            <a:ext cx="914400" cy="336499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164592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🏠 Home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2212848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📡 Live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2608" y="2779776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⚠️ Alerts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2608" y="3346704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📊 Stats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92608" y="3913632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⚙️ Settings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325880" y="1572768"/>
            <a:ext cx="1188720" cy="59436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25880" y="1627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142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18928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Active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651760" y="1572768"/>
            <a:ext cx="1188720" cy="59436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51760" y="1627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18928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Alerts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977640" y="1572768"/>
            <a:ext cx="1188720" cy="59436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77640" y="1627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98%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18928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Online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25880" y="2267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Student Monitor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25880" y="2606040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25880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73352" y="26517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1892808" y="2606040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892808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40280" y="26517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2459736" y="2606040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459736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07208" y="26517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3026664" y="2606040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026664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74136" y="265176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3593592" y="2606040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593592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41064" y="26517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Shape 42"/>
          <p:cNvSpPr/>
          <p:nvPr/>
        </p:nvSpPr>
        <p:spPr>
          <a:xfrm>
            <a:off x="4160520" y="2606040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60520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07992" y="265176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7" name="Shape 45"/>
          <p:cNvSpPr/>
          <p:nvPr/>
        </p:nvSpPr>
        <p:spPr>
          <a:xfrm>
            <a:off x="1325880" y="3172968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325880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73352" y="3218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Shape 48"/>
          <p:cNvSpPr/>
          <p:nvPr/>
        </p:nvSpPr>
        <p:spPr>
          <a:xfrm>
            <a:off x="1892808" y="3172968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892808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40280" y="3218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Shape 51"/>
          <p:cNvSpPr/>
          <p:nvPr/>
        </p:nvSpPr>
        <p:spPr>
          <a:xfrm>
            <a:off x="2459736" y="3172968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459736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07208" y="3218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3026664" y="3172968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026664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74136" y="3218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Shape 57"/>
          <p:cNvSpPr/>
          <p:nvPr/>
        </p:nvSpPr>
        <p:spPr>
          <a:xfrm>
            <a:off x="3593592" y="3172968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593592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941064" y="3218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2" name="Shape 60"/>
          <p:cNvSpPr/>
          <p:nvPr/>
        </p:nvSpPr>
        <p:spPr>
          <a:xfrm>
            <a:off x="4160520" y="3172968"/>
            <a:ext cx="502920" cy="457200"/>
          </a:xfrm>
          <a:prstGeom prst="rect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160520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07992" y="321868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5" name="Shape 63"/>
          <p:cNvSpPr/>
          <p:nvPr/>
        </p:nvSpPr>
        <p:spPr>
          <a:xfrm>
            <a:off x="5486400" y="1143000"/>
            <a:ext cx="3383280" cy="17830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486400" y="1143000"/>
            <a:ext cx="3383280" cy="38404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577840" y="12070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⚠️ Alert Feed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23560" y="16276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›  Student #47 — Tab Switch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623560" y="19751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›  Student #23 — Fullscreen Exit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623560" y="23225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›  Student #91 — Inactivity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486400" y="3063240"/>
            <a:ext cx="3383280" cy="17830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486400" y="3063240"/>
            <a:ext cx="3383280" cy="384048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577840" y="31272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📊 Exam Analytics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623560" y="35478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›  Completion: 78%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623560" y="389534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›  Avg Score: 72/100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23560" y="424281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›  Time Left: 18:42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486400" y="4754880"/>
            <a:ext cx="3383280" cy="1645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532120" y="4764024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🌐 Student Portal  •  Question Manager  •  Admin Panel — 3 Integrated Views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UI Dashboard Showcase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OUTCOMES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&amp; Impact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011680" cy="1417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</a:rPr>
              <a:t>94%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Admin Decision Speed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Improved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188720"/>
            <a:ext cx="2011680" cy="1417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41448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↓87%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87168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Malpractice Incidents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Reduced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188720"/>
            <a:ext cx="2011680" cy="1417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</a:rPr>
              <a:t>3x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54296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Better Exam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Visibility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1188720"/>
            <a:ext cx="2011680" cy="14173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75704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21424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Monitoring Coverage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83464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486400" y="2834640"/>
            <a:ext cx="3383280" cy="43891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577840" y="28895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🚀  Full-Stack Delivery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77840" y="3099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Complete frontend + backend system deployed successfully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86400" y="3346704"/>
            <a:ext cx="3383280" cy="43891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577840" y="3401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🏗️  Scalable Architecture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577840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Modular design supports thousands of concurrent students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486400" y="3858768"/>
            <a:ext cx="3383280" cy="43891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577840" y="39136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🔒  Security Validated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77840" y="41239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Multi-layer auth and proctoring system operational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486400" y="4370832"/>
            <a:ext cx="3383280" cy="43891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577840" y="4425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💡  Skill Demonstrated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577840" y="46360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React, FastAPI, PostgreSQL, JWT — all integrated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Outcomes &amp; Results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97316"/>
                </a:solidFill>
              </a:rPr>
              <a:t>CHALLENGES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Challenges &amp; Solutions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206240" cy="16916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4206240" cy="38404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435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Frontend–Backend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642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⚠ CORS issues, API contract mismatches, and async state management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✅ Used Vite proxy config, OpenAPI schema sharing, and React Query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206240" cy="16916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206240" cy="384048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2435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Deployment Configuration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6642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⚠ Environment variable management across Netlify &amp; Render platforms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64608" y="21945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✅ Separate .env files per environment with CI/CD pipeline automation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206240" cy="16916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4206240" cy="38404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181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Real-Time Synchronization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5387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⚠ Keeping admin dashboard in sync with student actions instantly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</a:rPr>
              <a:t>✅ Implemented polling with exponential backoff &amp; WebSocket foundation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206240" cy="169164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63240"/>
            <a:ext cx="4206240" cy="38404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31181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Security Implementation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5387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⚠ Preventing tab-switching bypass and session hijacking attempts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✅ Browser event listeners + JWT expiry + server-side session validation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Challenges Faced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6400800" cy="6400800"/>
          </a:xfrm>
          <a:prstGeom prst="ellipse">
            <a:avLst/>
          </a:prstGeom>
          <a:solidFill>
            <a:srgbClr val="6B21A8">
              <a:alpha val="12000"/>
            </a:srgbClr>
          </a:solidFill>
          <a:ln w="12700">
            <a:solidFill>
              <a:srgbClr val="6B21A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55F7"/>
                </a:solidFill>
              </a:rPr>
              <a:t>FUTURE ENHANCEMENTS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What's Next for NEXA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The roadmap ahead — building a smarter, more powerful proctoring ecosystem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743200" cy="15361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1444752"/>
            <a:ext cx="548640" cy="219456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4447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v2.0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320" y="14813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15361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AI Face Detection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Computer vision to verify student identity during exam sessions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743200" cy="15361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444752"/>
            <a:ext cx="548640" cy="219456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14447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55F7"/>
                </a:solidFill>
              </a:rPr>
              <a:t>v2.0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200400" y="14813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94760" y="15361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Live Webcam Monitoring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Real-time video feeds visible in admin dashboard panel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743200" cy="15361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444752"/>
            <a:ext cx="548640" cy="219456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14447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v1.5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126480" y="14813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0840" y="15361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WebSocket Updates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True real-time push notifications replacing current polling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090672"/>
            <a:ext cx="2743200" cy="15361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77440" y="3163824"/>
            <a:ext cx="548640" cy="219456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77440" y="31638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BBF24"/>
                </a:solidFill>
              </a:rPr>
              <a:t>v2.5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8680" y="32552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Mobile Application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38679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React Native app for on-the-go admin monitoring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3090672"/>
            <a:ext cx="2743200" cy="15361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3163824"/>
            <a:ext cx="548640" cy="219456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0" y="31638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7316"/>
                </a:solidFill>
              </a:rPr>
              <a:t>v2.5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0040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94760" y="32552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Advanced Analytics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8679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AI-powered insights — performance patterns and predictions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090672"/>
            <a:ext cx="2743200" cy="153619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0" y="3163824"/>
            <a:ext cx="548640" cy="219456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29600" y="31638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C4899"/>
                </a:solidFill>
              </a:rPr>
              <a:t>v3.0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12648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20840" y="32552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Malpractice Prediction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0" y="38679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ML model trained on behavioral data to flag risk students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Future Enhancements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6B6D4"/>
                </a:solidFill>
              </a:rPr>
              <a:t>CONCLUSION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Summary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118872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618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✅  Successfully Delivered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NEXA Exam Monitoring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206240" cy="126187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14600"/>
            <a:ext cx="54864" cy="12618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2432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🏗️  Full-Stack System Built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4495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+ FastAPI + PostgreSQL integrated and deployed live on Netlify &amp; Render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514600"/>
            <a:ext cx="4206240" cy="126187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514600"/>
            <a:ext cx="54864" cy="12618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2432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🔒  Exam Integrity Enhanced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04495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Multi-layer proctoring: fullscreen detection, tab alerts, session monitoring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206240" cy="126187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54864" cy="12618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4164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👨‍💻  Developer Skills Proven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6227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Demonstrated proficiency across the complete modern web stack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931920"/>
            <a:ext cx="4206240" cy="1261872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931920"/>
            <a:ext cx="54864" cy="12618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04164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📈  Scalable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46227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Modular design ready for real-world scaling with thousands of students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</a:rPr>
              <a:t>NEXA EXAM SYSTEM  |  Conclusion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 w="12700">
            <a:solidFill>
              <a:srgbClr val="6B21A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457200" y="65836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2D3EE">
                    <a:alpha val="40000"/>
                  </a:srgbClr>
                </a:solidFill>
              </a:rPr>
              <a:t>Thank You</a:t>
            </a:r>
            <a:endParaRPr lang="en-US" sz="6400" dirty="0"/>
          </a:p>
        </p:txBody>
      </p:sp>
      <p:sp>
        <p:nvSpPr>
          <p:cNvPr id="31" name="Shape 29"/>
          <p:cNvSpPr/>
          <p:nvPr/>
        </p:nvSpPr>
        <p:spPr>
          <a:xfrm>
            <a:off x="2743200" y="182880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Questions &amp; Answers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" y="2487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Feel free to ask anything about NEXA Exam Monitoring System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2971800"/>
            <a:ext cx="3200400" cy="8229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0584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👩‍💻  Developer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3310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Swetha B  —  Full Stack Developer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2971800"/>
            <a:ext cx="3200400" cy="82296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12064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🔗  GitHub Repository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3310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github.com/SwethaBalu2007/examnexa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0" y="3950208"/>
            <a:ext cx="4572000" cy="640080"/>
          </a:xfrm>
          <a:prstGeom prst="rect">
            <a:avLst/>
          </a:prstGeom>
          <a:solidFill>
            <a:srgbClr val="131C2E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377440" y="40416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🚀  NEXA  —  Smart Exam Monitoring Dashboard for Admins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2880" y="182880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182880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182880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0" y="182880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4956048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" y="4590288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0" y="4956048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4590288"/>
            <a:ext cx="0" cy="3657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 Exam Monitoring Dashboard</dc:title>
  <dc:subject>PptxGenJS Presentation</dc:subject>
  <dc:creator>Swetha B</dc:creator>
  <cp:lastModifiedBy>Swetha B</cp:lastModifiedBy>
  <cp:revision>1</cp:revision>
  <dcterms:created xsi:type="dcterms:W3CDTF">2026-05-08T18:47:10Z</dcterms:created>
  <dcterms:modified xsi:type="dcterms:W3CDTF">2026-05-08T18:47:10Z</dcterms:modified>
</cp:coreProperties>
</file>